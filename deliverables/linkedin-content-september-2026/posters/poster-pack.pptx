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28187bcc754be4" /><Relationship Type="http://schemas.openxmlformats.org/officeDocument/2006/relationships/extended-properties" Target="/docProps/app.xml" Id="R2214d0aa669142e2" /><Relationship Type="http://schemas.openxmlformats.org/officeDocument/2006/relationships/officeDocument" Target="/ppt/presentation.xml" Id="R1fd6b986b64d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3e7318d04474d"/>
  </p:sldMasterIdLst>
  <p:notesMasterIdLst>
    <p:notesMasterId xmlns:r="http://schemas.openxmlformats.org/officeDocument/2006/relationships" r:id="R31441a0bff4147ab"/>
  </p:notesMasterIdLst>
  <p:sldIdLst>
    <p:sldId xmlns:r="http://schemas.openxmlformats.org/officeDocument/2006/relationships" id="256" r:id="R1b1ace08dd3f4888"/>
    <p:sldId xmlns:r="http://schemas.openxmlformats.org/officeDocument/2006/relationships" id="257" r:id="R529a0aea8f8949da"/>
    <p:sldId xmlns:r="http://schemas.openxmlformats.org/officeDocument/2006/relationships" id="258" r:id="R4785981be68d4805"/>
    <p:sldId xmlns:r="http://schemas.openxmlformats.org/officeDocument/2006/relationships" id="259" r:id="R04353894c54c4b2a"/>
    <p:sldId xmlns:r="http://schemas.openxmlformats.org/officeDocument/2006/relationships" id="260" r:id="R5ead726affb84b87"/>
    <p:sldId xmlns:r="http://schemas.openxmlformats.org/officeDocument/2006/relationships" id="261" r:id="R174b6d576d934eb4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ec021be0714f18" /><Relationship Type="http://schemas.openxmlformats.org/officeDocument/2006/relationships/slideMaster" Target="/ppt/slideMasters/slideMaster1.xml" Id="R7463e7318d04474d" /><Relationship Type="http://schemas.openxmlformats.org/officeDocument/2006/relationships/notesMaster" Target="/ppt/notesMasters/notesMaster1.xml" Id="R31441a0bff4147ab" /><Relationship Type="http://schemas.openxmlformats.org/officeDocument/2006/relationships/presProps" Target="/ppt/presProps.xml" Id="R1cb776d97b744771" /><Relationship Type="http://schemas.openxmlformats.org/officeDocument/2006/relationships/tableStyles" Target="/ppt/tableStyles.xml" Id="R5d516c2194014fde" /><Relationship Type="http://schemas.openxmlformats.org/officeDocument/2006/relationships/slide" Target="/ppt/slides/slide1.xml" Id="R1b1ace08dd3f4888" /><Relationship Type="http://schemas.openxmlformats.org/officeDocument/2006/relationships/slide" Target="/ppt/slides/slide2.xml" Id="R529a0aea8f8949da" /><Relationship Type="http://schemas.openxmlformats.org/officeDocument/2006/relationships/slide" Target="/ppt/slides/slide3.xml" Id="R4785981be68d4805" /><Relationship Type="http://schemas.openxmlformats.org/officeDocument/2006/relationships/slide" Target="/ppt/slides/slide4.xml" Id="R04353894c54c4b2a" /><Relationship Type="http://schemas.openxmlformats.org/officeDocument/2006/relationships/slide" Target="/ppt/slides/slide5.xml" Id="R5ead726affb84b87" /><Relationship Type="http://schemas.openxmlformats.org/officeDocument/2006/relationships/slide" Target="/ppt/slides/slide6.xml" Id="R174b6d576d934e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d4a9ca9b35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d5079d75b46eb" /><Relationship Type="http://schemas.openxmlformats.org/officeDocument/2006/relationships/notesMaster" Target="/ppt/notesMasters/notesMaster1.xml" Id="R4669b409e9714a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b2e20b9d7041d3" /><Relationship Type="http://schemas.openxmlformats.org/officeDocument/2006/relationships/notesMaster" Target="/ppt/notesMasters/notesMaster1.xml" Id="R861bc4fdaf0349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e6549f1df04a75" /><Relationship Type="http://schemas.openxmlformats.org/officeDocument/2006/relationships/notesMaster" Target="/ppt/notesMasters/notesMaster1.xml" Id="R125f7f8dd0404b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4421b3a4c040cd" /><Relationship Type="http://schemas.openxmlformats.org/officeDocument/2006/relationships/notesMaster" Target="/ppt/notesMasters/notesMaster1.xml" Id="R35a272664e4047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a379cd9405459a" /><Relationship Type="http://schemas.openxmlformats.org/officeDocument/2006/relationships/notesMaster" Target="/ppt/notesMasters/notesMaster1.xml" Id="Rdd010fe86b4746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12e82b3d494eac" /><Relationship Type="http://schemas.openxmlformats.org/officeDocument/2006/relationships/notesMaster" Target="/ppt/notesMasters/notesMaster1.xml" Id="R83df40d7a042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43e0cf36543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45d198f26542af" /><Relationship Type="http://schemas.openxmlformats.org/officeDocument/2006/relationships/slideLayout" Target="/ppt/slideLayouts/slideLayout1.xml" Id="Rccd3127aff1640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d3127aff1640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9b34b12a44303" /><Relationship Type="http://schemas.openxmlformats.org/officeDocument/2006/relationships/notesSlide" Target="/ppt/notesSlides/notesSlide1.xml" Id="R1c82b0eda8b1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9b40539c34c00" /><Relationship Type="http://schemas.openxmlformats.org/officeDocument/2006/relationships/notesSlide" Target="/ppt/notesSlides/notesSlide2.xml" Id="R9a283e9858fb4f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dc900dff94835" /><Relationship Type="http://schemas.openxmlformats.org/officeDocument/2006/relationships/notesSlide" Target="/ppt/notesSlides/notesSlide3.xml" Id="R197cd483501740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4ae2c077549bc" /><Relationship Type="http://schemas.openxmlformats.org/officeDocument/2006/relationships/notesSlide" Target="/ppt/notesSlides/notesSlide4.xml" Id="Rac7b6328da2d42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8d06a84ac4efd" /><Relationship Type="http://schemas.openxmlformats.org/officeDocument/2006/relationships/notesSlide" Target="/ppt/notesSlides/notesSlide5.xml" Id="Rda54282415a8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c9d53b5ea4f4d" /><Relationship Type="http://schemas.openxmlformats.org/officeDocument/2006/relationships/notesSlide" Target="/ppt/notesSlides/notesSlide6.xml" Id="R738dd69c92ae47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97DEA-B2C0-4E89-9C02-D2F3A455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8377B-8481-4BE4-8A14-CC35B83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F1D77-6636-40E0-8B83-371BF71F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7AE0F-BD5A-4DD6-A4E2-6B9F9CC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FIELD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1E072-46B9-422D-946B-550A07F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7249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EFE5"/>
                </a:solidFill>
              </a:defRPr>
            </a:pPr>
            <a:r>
              <a:rPr sz="4650" b="1">
                <a:solidFill>
                  <a:srgbClr val="F4EFE5"/>
                </a:solidFill>
              </a:rPr>
              <a:t>“If payroll is wrong, the culture deck is decoration.”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BB133-8B14-4944-902B-0BDCE24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0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4828F-AC49-41FE-8D91-2FF48581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819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FE5"/>
                </a:solidFill>
              </a:defRPr>
            </a:pPr>
            <a:r>
              <a:rPr sz="187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4C17C-2376-410C-AEF8-1BDB3B2B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AC3BD"/>
                </a:solidFill>
              </a:defRPr>
            </a:pPr>
            <a:r>
              <a:rPr sz="1425" b="0">
                <a:solidFill>
                  <a:srgbClr val="BAC3BD"/>
                </a:solidFill>
              </a:rPr>
              <a:t>People &amp; Culture | Built people functions across 4 startups</a:t>
            </a:r>
          </a:p>
        </p:txBody>
      </p:sp>
    </p:spTree>
    <p:extLst>
      <p:ext uri="{BB962C8B-B14F-4D97-AF65-F5344CB8AC3E}">
        <p14:creationId xmlns:p14="http://schemas.microsoft.com/office/powerpoint/2010/main" val="1602984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F8284-3DD4-4EE4-A381-7F4F55F9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A295C-31C8-4A2C-AD95-557D5FE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02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D2E07-81D4-4C80-9055-988395F4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AE7D4-EF94-43EB-BDFC-C6ED4D56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FIELD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EC974-8F82-417E-8C4E-6C44A68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7249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31E"/>
                </a:solidFill>
              </a:defRPr>
            </a:pPr>
            <a:r>
              <a:rPr sz="4650" b="1">
                <a:solidFill>
                  <a:srgbClr val="17231E"/>
                </a:solidFill>
              </a:rPr>
              <a:t>“A policy earns its place when it prevents the same argument twice.”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48693-EE93-439F-9436-67DF260B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0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B41CD-9E17-4D6D-84A9-24DBD663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819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1E"/>
                </a:solidFill>
              </a:defRPr>
            </a:pPr>
            <a:r>
              <a:rPr sz="187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4B30F-BF8D-4785-8EAC-6CD3E5F7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36B"/>
                </a:solidFill>
              </a:defRPr>
            </a:pPr>
            <a:r>
              <a:rPr sz="1425" b="0">
                <a:solidFill>
                  <a:srgbClr val="67736B"/>
                </a:solidFill>
              </a:rPr>
              <a:t>People &amp; Culture | Built people functions across 4 startups</a:t>
            </a:r>
          </a:p>
        </p:txBody>
      </p:sp>
    </p:spTree>
    <p:extLst>
      <p:ext uri="{BB962C8B-B14F-4D97-AF65-F5344CB8AC3E}">
        <p14:creationId xmlns:p14="http://schemas.microsoft.com/office/powerpoint/2010/main" val="971222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1ABA6-0F42-4ECB-83F3-66BB6438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32165-6D3F-4AB5-AA38-FF07D96D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03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624F7-9123-4DAB-907F-35D648DE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B688A-B84A-49FF-AB73-EC07DF7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FIELD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BB824-E9E7-4F9E-B6FF-F0B0BFC5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7249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EFE5"/>
                </a:solidFill>
              </a:defRPr>
            </a:pPr>
            <a:r>
              <a:rPr sz="4650" b="1">
                <a:solidFill>
                  <a:srgbClr val="F4EFE5"/>
                </a:solidFill>
              </a:rPr>
              <a:t>“The cheapest retention strategy is clarity.”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31FC2-B81E-460A-9635-7D7B8C0B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0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4176E-BA53-42F2-AF29-1AC5A43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819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FE5"/>
                </a:solidFill>
              </a:defRPr>
            </a:pPr>
            <a:r>
              <a:rPr sz="187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4BFA5-26CC-4F49-A669-B8E7C90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AC3BD"/>
                </a:solidFill>
              </a:defRPr>
            </a:pPr>
            <a:r>
              <a:rPr sz="1425" b="0">
                <a:solidFill>
                  <a:srgbClr val="BAC3BD"/>
                </a:solidFill>
              </a:rPr>
              <a:t>People &amp; Culture | Built people functions across 4 startups</a:t>
            </a:r>
          </a:p>
        </p:txBody>
      </p:sp>
    </p:spTree>
    <p:extLst>
      <p:ext uri="{BB962C8B-B14F-4D97-AF65-F5344CB8AC3E}">
        <p14:creationId xmlns:p14="http://schemas.microsoft.com/office/powerpoint/2010/main" val="1126358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08F6B-FED7-43FB-ACFE-136B22C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DCCBD-833E-4FB6-B70B-EE299AE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04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08025-D41E-45F3-BBB8-B449C259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104A2-1173-432E-8DF1-0C2E7CA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FIELD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F826-77BA-4E03-9D31-81BA6524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7249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31E"/>
                </a:solidFill>
              </a:defRPr>
            </a:pPr>
            <a:r>
              <a:rPr sz="4050" b="1">
                <a:solidFill>
                  <a:srgbClr val="17231E"/>
                </a:solidFill>
              </a:rPr>
              <a:t>“AI should remove admin from hiring. It should not remove accountability.”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B36BF-994F-4B0A-8F9F-E447D1EB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0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50164-C6AE-45A3-AF53-17DE7F02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819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1E"/>
                </a:solidFill>
              </a:defRPr>
            </a:pPr>
            <a:r>
              <a:rPr sz="187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617DA-0B6B-4520-BE4E-713AA90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36B"/>
                </a:solidFill>
              </a:defRPr>
            </a:pPr>
            <a:r>
              <a:rPr sz="1425" b="0">
                <a:solidFill>
                  <a:srgbClr val="67736B"/>
                </a:solidFill>
              </a:rPr>
              <a:t>People &amp; Culture | Built people functions across 4 startups</a:t>
            </a:r>
          </a:p>
        </p:txBody>
      </p:sp>
    </p:spTree>
    <p:extLst>
      <p:ext uri="{BB962C8B-B14F-4D97-AF65-F5344CB8AC3E}">
        <p14:creationId xmlns:p14="http://schemas.microsoft.com/office/powerpoint/2010/main" val="21173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2EBD3-2FEB-4FE5-A77E-CD3BA0E2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D23DF-872A-4645-BA64-97C73978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05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1CBE0-5582-4673-8FD3-DBC6796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E66A6-FCDB-4B01-998C-309F5B0D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FIELD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6BB8F-D834-490E-A8ED-B4A971F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7249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EFE5"/>
                </a:solidFill>
              </a:defRPr>
            </a:pPr>
            <a:r>
              <a:rPr sz="4050" b="1">
                <a:solidFill>
                  <a:srgbClr val="F4EFE5"/>
                </a:solidFill>
              </a:rPr>
              <a:t>“A startup becomes a company when decisions stop living only in the founder's head.”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82BE3-901D-4997-A77C-21B5C4D9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0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B007D-E8A1-405C-9034-9F7E2DDD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819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FE5"/>
                </a:solidFill>
              </a:defRPr>
            </a:pPr>
            <a:r>
              <a:rPr sz="187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672DB-039F-468F-9396-44AF1E3C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AC3BD"/>
                </a:solidFill>
              </a:defRPr>
            </a:pPr>
            <a:r>
              <a:rPr sz="1425" b="0">
                <a:solidFill>
                  <a:srgbClr val="BAC3BD"/>
                </a:solidFill>
              </a:rPr>
              <a:t>People &amp; Culture | Built people functions across 4 startups</a:t>
            </a:r>
          </a:p>
        </p:txBody>
      </p:sp>
    </p:spTree>
    <p:extLst>
      <p:ext uri="{BB962C8B-B14F-4D97-AF65-F5344CB8AC3E}">
        <p14:creationId xmlns:p14="http://schemas.microsoft.com/office/powerpoint/2010/main" val="1301325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8AC53-60DA-4A5C-9FC4-0E3E7A1C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7BA68-2A08-4097-A7C1-C50D39F7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06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B26E0-DDDB-455B-8B98-5730FF9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5CE8-7FBF-40E8-94D8-510BA544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FIELD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38361-5A02-4C01-B952-FD93551A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7249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31E"/>
                </a:solidFill>
              </a:defRPr>
            </a:pPr>
            <a:r>
              <a:rPr sz="4650" b="1">
                <a:solidFill>
                  <a:srgbClr val="17231E"/>
                </a:solidFill>
              </a:rPr>
              <a:t>“Hiring faster is useless when nobody agrees what good looks like.”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9AF3A-E4AD-417B-9FEF-CDD6C309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0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1D1EA-EB19-407F-B3E1-E3F71704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819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1E"/>
                </a:solidFill>
              </a:defRPr>
            </a:pPr>
            <a:r>
              <a:rPr sz="187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C9B3F-EE1C-4F5A-B06D-E8ECE965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36B"/>
                </a:solidFill>
              </a:defRPr>
            </a:pPr>
            <a:r>
              <a:rPr sz="1425" b="0">
                <a:solidFill>
                  <a:srgbClr val="67736B"/>
                </a:solidFill>
              </a:rPr>
              <a:t>People &amp; Culture | Built people functions across 4 startups</a:t>
            </a:r>
          </a:p>
        </p:txBody>
      </p:sp>
    </p:spTree>
    <p:extLst>
      <p:ext uri="{BB962C8B-B14F-4D97-AF65-F5344CB8AC3E}">
        <p14:creationId xmlns:p14="http://schemas.microsoft.com/office/powerpoint/2010/main" val="619803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2026-08-31T11:41:54.3870000Z</dcterms:created>
  <dcterms:modified xsi:type="dcterms:W3CDTF">2026-08-31T11:41:54.3870000Z</dcterms:modified>
</coreProperties>
</file>