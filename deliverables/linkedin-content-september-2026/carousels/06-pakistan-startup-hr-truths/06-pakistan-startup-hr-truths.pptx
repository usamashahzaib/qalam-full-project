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3d3f9b6b9c4ca7" /><Relationship Type="http://schemas.openxmlformats.org/officeDocument/2006/relationships/extended-properties" Target="/docProps/app.xml" Id="Rb94ef54a754c4915" /><Relationship Type="http://schemas.openxmlformats.org/officeDocument/2006/relationships/officeDocument" Target="/ppt/presentation.xml" Id="Rfc28771fd13f49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971aa322a4028"/>
  </p:sldMasterIdLst>
  <p:notesMasterIdLst>
    <p:notesMasterId xmlns:r="http://schemas.openxmlformats.org/officeDocument/2006/relationships" r:id="Rb175c23097cf4dea"/>
  </p:notesMasterIdLst>
  <p:sldIdLst>
    <p:sldId xmlns:r="http://schemas.openxmlformats.org/officeDocument/2006/relationships" id="256" r:id="R57fbf96a87d049dd"/>
    <p:sldId xmlns:r="http://schemas.openxmlformats.org/officeDocument/2006/relationships" id="257" r:id="R9baf553d07f249cb"/>
    <p:sldId xmlns:r="http://schemas.openxmlformats.org/officeDocument/2006/relationships" id="258" r:id="Rcdb46b26b99e4cac"/>
    <p:sldId xmlns:r="http://schemas.openxmlformats.org/officeDocument/2006/relationships" id="259" r:id="Rdced1b084fd148bc"/>
    <p:sldId xmlns:r="http://schemas.openxmlformats.org/officeDocument/2006/relationships" id="260" r:id="R5bc0ef7c70874418"/>
    <p:sldId xmlns:r="http://schemas.openxmlformats.org/officeDocument/2006/relationships" id="261" r:id="R86c2ea944d3d437b"/>
    <p:sldId xmlns:r="http://schemas.openxmlformats.org/officeDocument/2006/relationships" id="262" r:id="R5d42ae5989344976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4e2f41bf364308" /><Relationship Type="http://schemas.openxmlformats.org/officeDocument/2006/relationships/slideMaster" Target="/ppt/slideMasters/slideMaster1.xml" Id="R873971aa322a4028" /><Relationship Type="http://schemas.openxmlformats.org/officeDocument/2006/relationships/notesMaster" Target="/ppt/notesMasters/notesMaster1.xml" Id="Rb175c23097cf4dea" /><Relationship Type="http://schemas.openxmlformats.org/officeDocument/2006/relationships/presProps" Target="/ppt/presProps.xml" Id="R2af9605bcea647ec" /><Relationship Type="http://schemas.openxmlformats.org/officeDocument/2006/relationships/tableStyles" Target="/ppt/tableStyles.xml" Id="R9bf5a081ced24556" /><Relationship Type="http://schemas.openxmlformats.org/officeDocument/2006/relationships/slide" Target="/ppt/slides/slide1.xml" Id="R57fbf96a87d049dd" /><Relationship Type="http://schemas.openxmlformats.org/officeDocument/2006/relationships/slide" Target="/ppt/slides/slide2.xml" Id="R9baf553d07f249cb" /><Relationship Type="http://schemas.openxmlformats.org/officeDocument/2006/relationships/slide" Target="/ppt/slides/slide3.xml" Id="Rcdb46b26b99e4cac" /><Relationship Type="http://schemas.openxmlformats.org/officeDocument/2006/relationships/slide" Target="/ppt/slides/slide4.xml" Id="Rdced1b084fd148bc" /><Relationship Type="http://schemas.openxmlformats.org/officeDocument/2006/relationships/slide" Target="/ppt/slides/slide5.xml" Id="R5bc0ef7c70874418" /><Relationship Type="http://schemas.openxmlformats.org/officeDocument/2006/relationships/slide" Target="/ppt/slides/slide6.xml" Id="R86c2ea944d3d437b" /><Relationship Type="http://schemas.openxmlformats.org/officeDocument/2006/relationships/slide" Target="/ppt/slides/slide7.xml" Id="R5d42ae59893449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0419f722144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7f4b2ef6fb49df" /><Relationship Type="http://schemas.openxmlformats.org/officeDocument/2006/relationships/notesMaster" Target="/ppt/notesMasters/notesMaster1.xml" Id="Rf5ca6e706b6242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525cd8804c487e" /><Relationship Type="http://schemas.openxmlformats.org/officeDocument/2006/relationships/notesMaster" Target="/ppt/notesMasters/notesMaster1.xml" Id="R90994901c23744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411492183549f4" /><Relationship Type="http://schemas.openxmlformats.org/officeDocument/2006/relationships/notesMaster" Target="/ppt/notesMasters/notesMaster1.xml" Id="Rc5fd76ca83ad42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a2db4303e94888" /><Relationship Type="http://schemas.openxmlformats.org/officeDocument/2006/relationships/notesMaster" Target="/ppt/notesMasters/notesMaster1.xml" Id="Ra689f3fe15004b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cdd94074ea4e81" /><Relationship Type="http://schemas.openxmlformats.org/officeDocument/2006/relationships/notesMaster" Target="/ppt/notesMasters/notesMaster1.xml" Id="R39e54f7cf48a4d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f8246cee9f4b9b" /><Relationship Type="http://schemas.openxmlformats.org/officeDocument/2006/relationships/notesMaster" Target="/ppt/notesMasters/notesMaster1.xml" Id="R9d857150d8c24a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134e7ab5c74018" /><Relationship Type="http://schemas.openxmlformats.org/officeDocument/2006/relationships/notesMaster" Target="/ppt/notesMasters/notesMaster1.xml" Id="R456e0ce2ad9e43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b0b5d675e45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ab7dbe0e544114" /><Relationship Type="http://schemas.openxmlformats.org/officeDocument/2006/relationships/slideLayout" Target="/ppt/slideLayouts/slideLayout1.xml" Id="Rb9530de70d1543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530de70d1543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8ff6c3f8d44b6" /><Relationship Type="http://schemas.openxmlformats.org/officeDocument/2006/relationships/notesSlide" Target="/ppt/notesSlides/notesSlide1.xml" Id="R5bf646332de446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221fb7bdd4385" /><Relationship Type="http://schemas.openxmlformats.org/officeDocument/2006/relationships/notesSlide" Target="/ppt/notesSlides/notesSlide2.xml" Id="Re8b13da3b3ee49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523fe7cb9400d" /><Relationship Type="http://schemas.openxmlformats.org/officeDocument/2006/relationships/notesSlide" Target="/ppt/notesSlides/notesSlide3.xml" Id="R67fb46f36a6441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1fc7b1c764fbc" /><Relationship Type="http://schemas.openxmlformats.org/officeDocument/2006/relationships/notesSlide" Target="/ppt/notesSlides/notesSlide4.xml" Id="R316b28c7052f44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6148cca3a4d44" /><Relationship Type="http://schemas.openxmlformats.org/officeDocument/2006/relationships/notesSlide" Target="/ppt/notesSlides/notesSlide5.xml" Id="R4a95c7f796644d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1efd24c694f43" /><Relationship Type="http://schemas.openxmlformats.org/officeDocument/2006/relationships/notesSlide" Target="/ppt/notesSlides/notesSlide6.xml" Id="R776c78da77f246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4c5e447b04acb" /><Relationship Type="http://schemas.openxmlformats.org/officeDocument/2006/relationships/notesSlide" Target="/ppt/notesSlides/notesSlide7.xml" Id="R9e90f363c5ff41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39EAD-9AA4-4AFE-B158-403227B6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8429F-912E-44CA-9C06-68557C09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11310-33F3-4C96-9CDB-EF205547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72470-42AF-4769-9B3E-6E353D20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8839200" cy="75247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840BD-6968-48A1-A0A8-0B2B4B3A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8610600" cy="729615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9525">
            <a:solidFill>
              <a:srgbClr val="C59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E5B46-2AEB-4A35-9CDB-E88CE483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855"/>
                </a:solidFill>
              </a:defRPr>
            </a:pPr>
            <a:r>
              <a:rPr sz="1275" b="1">
                <a:solidFill>
                  <a:srgbClr val="D76855"/>
                </a:solidFill>
              </a:rPr>
              <a:t>PEOPLE SYSTEMS FOR FOUNDERS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4D3B7-424B-40C4-9CB5-0B61C2E7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231E"/>
                </a:solidFill>
              </a:defRPr>
            </a:pPr>
            <a:r>
              <a:rPr sz="4800" b="1">
                <a:solidFill>
                  <a:srgbClr val="17231E"/>
                </a:solidFill>
              </a:rPr>
              <a:t>6 uncomfortable truths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96431-2543-442A-B07E-F79A87EB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742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5D4B"/>
                </a:solidFill>
              </a:defRPr>
            </a:pPr>
            <a:r>
              <a:rPr sz="3075" b="1">
                <a:solidFill>
                  <a:srgbClr val="0B5D4B"/>
                </a:solidFill>
              </a:rPr>
              <a:t>about startup HR in Pakistan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AD31C-A6C0-4336-A890-CCE59138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390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4FAC92-5D28-4A1A-A9F0-969101F4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438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36B"/>
                </a:solidFill>
              </a:defRPr>
            </a:pPr>
            <a:r>
              <a:rPr sz="1500" b="0">
                <a:solidFill>
                  <a:srgbClr val="67736B"/>
                </a:solidFill>
              </a:rPr>
              <a:t>Built from four startup people functions</a:t>
            </a:r>
          </a:p>
        </p:txBody>
      </p:sp>
    </p:spTree>
    <p:extLst>
      <p:ext uri="{BB962C8B-B14F-4D97-AF65-F5344CB8AC3E}">
        <p14:creationId xmlns:p14="http://schemas.microsoft.com/office/powerpoint/2010/main" val="1550471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A2C9D-78B6-43E4-B85F-7A7E8B57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022CC-AE00-4CD4-8555-679C6BA9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02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806C7-1338-492D-8131-D324787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08B7E-6102-4A1B-92CA-1311A835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EAE2D3"/>
                </a:solidFill>
              </a:defRPr>
            </a:pPr>
            <a:r>
              <a:rPr sz="13950" b="1">
                <a:solidFill>
                  <a:srgbClr val="EAE2D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F639B-D996-45C2-9640-83E16D7D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31E"/>
                </a:solidFill>
              </a:defRPr>
            </a:pPr>
            <a:r>
              <a:rPr sz="3975" b="1">
                <a:solidFill>
                  <a:srgbClr val="17231E"/>
                </a:solidFill>
              </a:rPr>
              <a:t>Competitive salary is not a salary band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2E2A1-A6B5-4D2B-95C6-FCEB69C2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6B6F8-0149-4C3D-953C-2D0EC3D0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864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Candidates cannot evaluate an offer you refuse to define.</a:t>
            </a:r>
          </a:p>
        </p:txBody>
      </p:sp>
    </p:spTree>
    <p:extLst>
      <p:ext uri="{BB962C8B-B14F-4D97-AF65-F5344CB8AC3E}">
        <p14:creationId xmlns:p14="http://schemas.microsoft.com/office/powerpoint/2010/main" val="1788603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85881-8F55-41E8-BF76-79246605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12A87-E2BF-4F9F-92D8-4627023F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03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B388C-4A60-4B63-8FF1-FDD84DCB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CD31A-C8C2-4112-BD74-44D99C9F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EAE2D3"/>
                </a:solidFill>
              </a:defRPr>
            </a:pPr>
            <a:r>
              <a:rPr sz="13950" b="1">
                <a:solidFill>
                  <a:srgbClr val="EAE2D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69EB0-C693-4D47-AC52-5A7D0858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31E"/>
                </a:solidFill>
              </a:defRPr>
            </a:pPr>
            <a:r>
              <a:rPr sz="3975" b="1">
                <a:solidFill>
                  <a:srgbClr val="17231E"/>
                </a:solidFill>
              </a:rPr>
              <a:t>A six-day week is not proof of commitment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69EB0-DD4D-48AE-A100-5C5A637A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37644-1EB3-47AA-ABA0-71AA7628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864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It can also be proof that the company has normalized avoidable urgency.</a:t>
            </a:r>
          </a:p>
        </p:txBody>
      </p:sp>
    </p:spTree>
    <p:extLst>
      <p:ext uri="{BB962C8B-B14F-4D97-AF65-F5344CB8AC3E}">
        <p14:creationId xmlns:p14="http://schemas.microsoft.com/office/powerpoint/2010/main" val="18948572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BE611-2EE3-4493-80CE-A538774E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B4A0A-900A-4397-A510-83E11D97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04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321E5-27BB-46DE-AD43-AE151FC9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AA250-DA68-48EA-A18F-3488466D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EAE2D3"/>
                </a:solidFill>
              </a:defRPr>
            </a:pPr>
            <a:r>
              <a:rPr sz="13950" b="1">
                <a:solidFill>
                  <a:srgbClr val="EAE2D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24247-44FC-47D4-A907-B47E38EE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31E"/>
                </a:solidFill>
              </a:defRPr>
            </a:pPr>
            <a:r>
              <a:rPr sz="3975" b="1">
                <a:solidFill>
                  <a:srgbClr val="17231E"/>
                </a:solidFill>
              </a:rPr>
              <a:t>An enterprise job description does not fit a ten-person startup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2E9EC-716E-428D-8315-575270C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83F27-3D59-4B08-9125-0B7D6CAF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864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The title may match. The actual work rarely does.</a:t>
            </a:r>
          </a:p>
        </p:txBody>
      </p:sp>
    </p:spTree>
    <p:extLst>
      <p:ext uri="{BB962C8B-B14F-4D97-AF65-F5344CB8AC3E}">
        <p14:creationId xmlns:p14="http://schemas.microsoft.com/office/powerpoint/2010/main" val="605354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DA5EE-2C08-48EA-9828-D615CC0E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38066-6009-414F-8E13-EA4CE8A7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05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3BD3D-6A27-4718-B311-79334033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68791-5176-4225-9CA4-60C17DAB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EAE2D3"/>
                </a:solidFill>
              </a:defRPr>
            </a:pPr>
            <a:r>
              <a:rPr sz="13950" b="1">
                <a:solidFill>
                  <a:srgbClr val="EAE2D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7F8BD-8742-47D9-991B-2A8C373B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31E"/>
                </a:solidFill>
              </a:defRPr>
            </a:pPr>
            <a:r>
              <a:rPr sz="3975" b="1">
                <a:solidFill>
                  <a:srgbClr val="17231E"/>
                </a:solidFill>
              </a:rPr>
              <a:t>A degree is often used as a shortcut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3C0B5-08BC-491D-9D43-21600312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0B24C-362C-4D9D-AC83-722EB569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864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For non-regulated work, evidence of ability deserves more weight than access to education.</a:t>
            </a:r>
          </a:p>
        </p:txBody>
      </p:sp>
    </p:spTree>
    <p:extLst>
      <p:ext uri="{BB962C8B-B14F-4D97-AF65-F5344CB8AC3E}">
        <p14:creationId xmlns:p14="http://schemas.microsoft.com/office/powerpoint/2010/main" val="13651008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253DF-9BA7-491E-8338-4A7150A5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59936-BCE2-47A3-94D7-EDB434CF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06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4914F-D363-4FA4-B8D8-757F4350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475A5-130B-4578-9F32-45E35BCE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EAE2D3"/>
                </a:solidFill>
              </a:defRPr>
            </a:pPr>
            <a:r>
              <a:rPr sz="13950" b="1">
                <a:solidFill>
                  <a:srgbClr val="EAE2D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0D37D-AFB5-49D7-A54E-0ACE03B1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31E"/>
                </a:solidFill>
              </a:defRPr>
            </a:pPr>
            <a:r>
              <a:rPr sz="3975" b="1">
                <a:solidFill>
                  <a:srgbClr val="17231E"/>
                </a:solidFill>
              </a:rPr>
              <a:t>A policy that changes by manager is not a 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62001-D255-4009-BF00-B510C3FB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0D208-6577-4279-A5DF-8B4A67F4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864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Consistency matters most when the answer is inconvenient.</a:t>
            </a:r>
          </a:p>
        </p:txBody>
      </p:sp>
    </p:spTree>
    <p:extLst>
      <p:ext uri="{BB962C8B-B14F-4D97-AF65-F5344CB8AC3E}">
        <p14:creationId xmlns:p14="http://schemas.microsoft.com/office/powerpoint/2010/main" val="22380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6CDEB-608F-423C-880B-740CC2BF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85885-A61A-40C0-8C28-8715E83E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07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7FE19-72C4-47D7-9F40-86D0AF7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172E3-E565-4718-8FE0-AED32357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845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75" b="1">
                <a:solidFill>
                  <a:srgbClr val="F4EFE5"/>
                </a:solidFill>
              </a:defRPr>
            </a:pPr>
            <a:r>
              <a:rPr sz="4575" b="1">
                <a:solidFill>
                  <a:srgbClr val="F4EFE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CBA85-11D6-406F-B839-EF67BED9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48375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918389-0047-42CE-94EF-E15EF430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294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AE2D3"/>
                </a:solidFill>
              </a:defRPr>
            </a:pPr>
            <a:r>
              <a:rPr sz="2325" b="1">
                <a:solidFill>
                  <a:srgbClr val="EAE2D3"/>
                </a:solidFill>
              </a:rPr>
              <a:t>HR cannot repair founder inconsistency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ABAA4C-F93C-4C79-A310-5715CA2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4201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0BB"/>
                </a:solidFill>
              </a:defRPr>
            </a:pPr>
            <a:r>
              <a:rPr sz="1350" b="0">
                <a:solidFill>
                  <a:srgbClr val="B9C0BB"/>
                </a:solidFill>
              </a:rPr>
              <a:t>People &amp; Culture | Startup workforce decisions</a:t>
            </a:r>
          </a:p>
        </p:txBody>
      </p:sp>
    </p:spTree>
    <p:extLst>
      <p:ext uri="{BB962C8B-B14F-4D97-AF65-F5344CB8AC3E}">
        <p14:creationId xmlns:p14="http://schemas.microsoft.com/office/powerpoint/2010/main" val="552426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2026-08-31T11:41:53.2970000Z</dcterms:created>
  <dcterms:modified xsi:type="dcterms:W3CDTF">2026-08-31T11:41:53.2970000Z</dcterms:modified>
</coreProperties>
</file>