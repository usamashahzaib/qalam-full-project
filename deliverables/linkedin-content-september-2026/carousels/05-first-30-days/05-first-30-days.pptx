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b4b40e2f34be8" /><Relationship Type="http://schemas.openxmlformats.org/officeDocument/2006/relationships/extended-properties" Target="/docProps/app.xml" Id="Rcf1bf35b355a427d" /><Relationship Type="http://schemas.openxmlformats.org/officeDocument/2006/relationships/officeDocument" Target="/ppt/presentation.xml" Id="R719936ed6d92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1ad3295f494504"/>
  </p:sldMasterIdLst>
  <p:notesMasterIdLst>
    <p:notesMasterId xmlns:r="http://schemas.openxmlformats.org/officeDocument/2006/relationships" r:id="R7b87866703504916"/>
  </p:notesMasterIdLst>
  <p:sldIdLst>
    <p:sldId xmlns:r="http://schemas.openxmlformats.org/officeDocument/2006/relationships" id="256" r:id="R6d596e71ca1e42f5"/>
    <p:sldId xmlns:r="http://schemas.openxmlformats.org/officeDocument/2006/relationships" id="257" r:id="R678290cd168743b9"/>
    <p:sldId xmlns:r="http://schemas.openxmlformats.org/officeDocument/2006/relationships" id="258" r:id="R1a1c6cf1b9c3456b"/>
    <p:sldId xmlns:r="http://schemas.openxmlformats.org/officeDocument/2006/relationships" id="259" r:id="R630cf4fdc6ff4246"/>
    <p:sldId xmlns:r="http://schemas.openxmlformats.org/officeDocument/2006/relationships" id="260" r:id="Rb749da5b648e4595"/>
    <p:sldId xmlns:r="http://schemas.openxmlformats.org/officeDocument/2006/relationships" id="261" r:id="R83ab9cb4d13e4208"/>
    <p:sldId xmlns:r="http://schemas.openxmlformats.org/officeDocument/2006/relationships" id="262" r:id="R6e587e4c96094fe7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04775e6dd4c0d" /><Relationship Type="http://schemas.openxmlformats.org/officeDocument/2006/relationships/slideMaster" Target="/ppt/slideMasters/slideMaster1.xml" Id="R291ad3295f494504" /><Relationship Type="http://schemas.openxmlformats.org/officeDocument/2006/relationships/notesMaster" Target="/ppt/notesMasters/notesMaster1.xml" Id="R7b87866703504916" /><Relationship Type="http://schemas.openxmlformats.org/officeDocument/2006/relationships/presProps" Target="/ppt/presProps.xml" Id="R27ce0d0602e744d1" /><Relationship Type="http://schemas.openxmlformats.org/officeDocument/2006/relationships/tableStyles" Target="/ppt/tableStyles.xml" Id="Rf1cc6e9380eb4224" /><Relationship Type="http://schemas.openxmlformats.org/officeDocument/2006/relationships/slide" Target="/ppt/slides/slide1.xml" Id="R6d596e71ca1e42f5" /><Relationship Type="http://schemas.openxmlformats.org/officeDocument/2006/relationships/slide" Target="/ppt/slides/slide2.xml" Id="R678290cd168743b9" /><Relationship Type="http://schemas.openxmlformats.org/officeDocument/2006/relationships/slide" Target="/ppt/slides/slide3.xml" Id="R1a1c6cf1b9c3456b" /><Relationship Type="http://schemas.openxmlformats.org/officeDocument/2006/relationships/slide" Target="/ppt/slides/slide4.xml" Id="R630cf4fdc6ff4246" /><Relationship Type="http://schemas.openxmlformats.org/officeDocument/2006/relationships/slide" Target="/ppt/slides/slide5.xml" Id="Rb749da5b648e4595" /><Relationship Type="http://schemas.openxmlformats.org/officeDocument/2006/relationships/slide" Target="/ppt/slides/slide6.xml" Id="R83ab9cb4d13e4208" /><Relationship Type="http://schemas.openxmlformats.org/officeDocument/2006/relationships/slide" Target="/ppt/slides/slide7.xml" Id="R6e587e4c9609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1612af30b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52ca36e314149" /><Relationship Type="http://schemas.openxmlformats.org/officeDocument/2006/relationships/notesMaster" Target="/ppt/notesMasters/notesMaster1.xml" Id="R82130acde6eb45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6c3adb3f84a63" /><Relationship Type="http://schemas.openxmlformats.org/officeDocument/2006/relationships/notesMaster" Target="/ppt/notesMasters/notesMaster1.xml" Id="Re2c48477472143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c1a9a36064fb8" /><Relationship Type="http://schemas.openxmlformats.org/officeDocument/2006/relationships/notesMaster" Target="/ppt/notesMasters/notesMaster1.xml" Id="R70cc9868b5a1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e43e210a74086" /><Relationship Type="http://schemas.openxmlformats.org/officeDocument/2006/relationships/notesMaster" Target="/ppt/notesMasters/notesMaster1.xml" Id="R0aeea9fd3f4b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5ce45ba1e54806" /><Relationship Type="http://schemas.openxmlformats.org/officeDocument/2006/relationships/notesMaster" Target="/ppt/notesMasters/notesMaster1.xml" Id="R2b59e6395ec741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e8daf5da24106" /><Relationship Type="http://schemas.openxmlformats.org/officeDocument/2006/relationships/notesMaster" Target="/ppt/notesMasters/notesMaster1.xml" Id="Rf015e49729bd47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df1e775a1c41fb" /><Relationship Type="http://schemas.openxmlformats.org/officeDocument/2006/relationships/notesMaster" Target="/ppt/notesMasters/notesMaster1.xml" Id="R3409e60a649e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3c1a01400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5191353034e2e" /><Relationship Type="http://schemas.openxmlformats.org/officeDocument/2006/relationships/slideLayout" Target="/ppt/slideLayouts/slideLayout1.xml" Id="R2d364b9fc52348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64b9fc52348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6c40433cb4660" /><Relationship Type="http://schemas.openxmlformats.org/officeDocument/2006/relationships/notesSlide" Target="/ppt/notesSlides/notesSlide1.xml" Id="R9bfed750074546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abf6600fc481b" /><Relationship Type="http://schemas.openxmlformats.org/officeDocument/2006/relationships/notesSlide" Target="/ppt/notesSlides/notesSlide2.xml" Id="Rf5670199192d46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b563b1efc4681" /><Relationship Type="http://schemas.openxmlformats.org/officeDocument/2006/relationships/notesSlide" Target="/ppt/notesSlides/notesSlide3.xml" Id="R67ebf4e39daf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f5083679140d4" /><Relationship Type="http://schemas.openxmlformats.org/officeDocument/2006/relationships/notesSlide" Target="/ppt/notesSlides/notesSlide4.xml" Id="Rd0b8e0498273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d0be5d26545fd" /><Relationship Type="http://schemas.openxmlformats.org/officeDocument/2006/relationships/notesSlide" Target="/ppt/notesSlides/notesSlide5.xml" Id="R9fbb318b2620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ede6918f74d94" /><Relationship Type="http://schemas.openxmlformats.org/officeDocument/2006/relationships/notesSlide" Target="/ppt/notesSlides/notesSlide6.xml" Id="R5ea8c8c5ad8c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02053118e4a1d" /><Relationship Type="http://schemas.openxmlformats.org/officeDocument/2006/relationships/notesSlide" Target="/ppt/notesSlides/notesSlide7.xml" Id="R108f0a8d579340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51456-06DA-4999-83FB-FFDC89E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CDCA7-F4DC-4B7C-8AAB-2526A03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3A77C-F28A-4EDA-85D8-D9CF0B66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B27D9-7514-4358-824E-A65EC722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8B66C-26FA-4C6E-8402-F6625BF9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CC4B-28B2-47D3-882D-CAA8D54E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B1F78-C898-4B62-AA9C-7E7AF6B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Your onboarding is not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D06A4-D8BA-4A35-B59A-6621749C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when the laptop arrives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DC6DA-8381-450C-BD9A-BDA266EA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C8D22-733B-4636-9F03-3834FEA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1024408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419C7-5C7B-406C-B86F-20E7409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E9CD5-6EF4-4B54-BCDD-F6E3EF8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C949-0D26-4352-91FA-410BE68B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6E7EF-ED23-4455-BF4B-EA9B0D3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DAY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E7BB-31BE-44ED-BBC0-4E07444A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Remove basic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A7F0-2BEB-4013-B925-D8F7FFE9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C3DB6-D403-4742-8F2B-7276AB77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Role, access, immediate priorities, working norms, and the person who can unblock them.</a:t>
            </a:r>
          </a:p>
        </p:txBody>
      </p:sp>
    </p:spTree>
    <p:extLst>
      <p:ext uri="{BB962C8B-B14F-4D97-AF65-F5344CB8AC3E}">
        <p14:creationId xmlns:p14="http://schemas.microsoft.com/office/powerpoint/2010/main" val="1818329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D4EBA-1D41-448B-89BD-CD29E35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35062-1DF1-4DCF-82D7-7444989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4CB5A-8641-479D-911A-12A18584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69A7-819E-4058-B5E2-53A54F5D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EABC7-9B0E-4DCD-BEBF-B6FC949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Build the right relationships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EE499-F8DF-4744-B087-B1762AB5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C76A3-9FC7-478A-8BBE-54DEA8F6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A new hire needs context from the people their work affects, not a calendar full of introductions.</a:t>
            </a:r>
          </a:p>
        </p:txBody>
      </p:sp>
    </p:spTree>
    <p:extLst>
      <p:ext uri="{BB962C8B-B14F-4D97-AF65-F5344CB8AC3E}">
        <p14:creationId xmlns:p14="http://schemas.microsoft.com/office/powerpoint/2010/main" val="142578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57D11-D107-40F5-909C-0F7A5D0E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BA5B-E435-4E8E-A0FB-AD06682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12F62-1B2E-4572-9AB1-1302B96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C6117-E3E5-4C9A-8EB8-76440C52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DAY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EC0C-F21A-4404-9C8E-8DCF363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Ask where the friction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3B1F7-75EE-4802-B4D0-BA492F20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CC49D-8FEF-4451-9EF3-2B91726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The first useful feedback question is often: What is still harder than it should be?</a:t>
            </a:r>
          </a:p>
        </p:txBody>
      </p:sp>
    </p:spTree>
    <p:extLst>
      <p:ext uri="{BB962C8B-B14F-4D97-AF65-F5344CB8AC3E}">
        <p14:creationId xmlns:p14="http://schemas.microsoft.com/office/powerpoint/2010/main" val="909103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A6BE-7E31-4574-93F5-211BA1F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5C36A-1493-4E7B-87C1-0F600B2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A341B-1551-48F9-9510-3E05AF4F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F5D5-0216-4DB7-B635-820B24E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DAY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4EDED-AF87-40D1-A01C-0EAF141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Compare reality with the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E5E1A-2494-4E86-855D-DCB1CA4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C079C-93B6-4391-B63E-BC46F473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What is clear now? What changed? Where does support or expectation need to be reset?</a:t>
            </a:r>
          </a:p>
        </p:txBody>
      </p:sp>
    </p:spTree>
    <p:extLst>
      <p:ext uri="{BB962C8B-B14F-4D97-AF65-F5344CB8AC3E}">
        <p14:creationId xmlns:p14="http://schemas.microsoft.com/office/powerpoint/2010/main" val="1265388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2D767-2882-40B5-99B7-7B274CFF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79347-76D0-40D5-B2B5-E74FB052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49C4A-2B64-49C4-A3A4-55804EBD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0982C-AC47-4314-9065-F90B9361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THE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44AB5-2729-4074-A7C9-5B75798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The manager owns the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895EA-0660-4276-8AD0-FA9EE1F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174D7-926D-4910-982A-38DCF801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HR can build the system. It cannot outsource the relationship between a manager and a new hire.</a:t>
            </a:r>
          </a:p>
        </p:txBody>
      </p:sp>
    </p:spTree>
    <p:extLst>
      <p:ext uri="{BB962C8B-B14F-4D97-AF65-F5344CB8AC3E}">
        <p14:creationId xmlns:p14="http://schemas.microsoft.com/office/powerpoint/2010/main" val="1728493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6181A-67BC-470E-B3DA-D1328E15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7D0FF-6A4E-4CA9-960A-A5F07D7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89279-7421-44AD-8022-614B915F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69293-B8E9-4230-BE9E-A0FA35B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Good onboarding replaces guessing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8E3C6-529F-4BB6-8B32-E34EE26C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B08D8-3F7E-4928-BAF6-244B90A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with clarity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CA3FE-D2CA-427E-8A20-E6AAE22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1993556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2026-08-31T11:41:52.1410000Z</dcterms:created>
  <dcterms:modified xsi:type="dcterms:W3CDTF">2026-08-31T11:41:52.1410000Z</dcterms:modified>
</coreProperties>
</file>