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15823a695643b6" /><Relationship Type="http://schemas.openxmlformats.org/officeDocument/2006/relationships/extended-properties" Target="/docProps/app.xml" Id="R5625f5a7c4cb42b1" /><Relationship Type="http://schemas.openxmlformats.org/officeDocument/2006/relationships/officeDocument" Target="/ppt/presentation.xml" Id="Rdf85d1161ae645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3354870211488f"/>
  </p:sldMasterIdLst>
  <p:notesMasterIdLst>
    <p:notesMasterId xmlns:r="http://schemas.openxmlformats.org/officeDocument/2006/relationships" r:id="R22f110e88d614646"/>
  </p:notesMasterIdLst>
  <p:sldIdLst>
    <p:sldId xmlns:r="http://schemas.openxmlformats.org/officeDocument/2006/relationships" id="256" r:id="R9f2c75507e2b4da4"/>
    <p:sldId xmlns:r="http://schemas.openxmlformats.org/officeDocument/2006/relationships" id="257" r:id="R3e83c9dc329b4f7c"/>
    <p:sldId xmlns:r="http://schemas.openxmlformats.org/officeDocument/2006/relationships" id="258" r:id="Read330b2e44849e9"/>
    <p:sldId xmlns:r="http://schemas.openxmlformats.org/officeDocument/2006/relationships" id="259" r:id="Rfe48eed0cf6e4d28"/>
    <p:sldId xmlns:r="http://schemas.openxmlformats.org/officeDocument/2006/relationships" id="260" r:id="R31306ef0496f4c9d"/>
    <p:sldId xmlns:r="http://schemas.openxmlformats.org/officeDocument/2006/relationships" id="261" r:id="Ra3df8c2317ea4784"/>
    <p:sldId xmlns:r="http://schemas.openxmlformats.org/officeDocument/2006/relationships" id="262" r:id="R1e752ff0a0eb45c0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12ed5b69b543d4" /><Relationship Type="http://schemas.openxmlformats.org/officeDocument/2006/relationships/slideMaster" Target="/ppt/slideMasters/slideMaster1.xml" Id="R613354870211488f" /><Relationship Type="http://schemas.openxmlformats.org/officeDocument/2006/relationships/notesMaster" Target="/ppt/notesMasters/notesMaster1.xml" Id="R22f110e88d614646" /><Relationship Type="http://schemas.openxmlformats.org/officeDocument/2006/relationships/presProps" Target="/ppt/presProps.xml" Id="R5f9282bfcc284444" /><Relationship Type="http://schemas.openxmlformats.org/officeDocument/2006/relationships/tableStyles" Target="/ppt/tableStyles.xml" Id="R02bbf48a200244dd" /><Relationship Type="http://schemas.openxmlformats.org/officeDocument/2006/relationships/slide" Target="/ppt/slides/slide1.xml" Id="R9f2c75507e2b4da4" /><Relationship Type="http://schemas.openxmlformats.org/officeDocument/2006/relationships/slide" Target="/ppt/slides/slide2.xml" Id="R3e83c9dc329b4f7c" /><Relationship Type="http://schemas.openxmlformats.org/officeDocument/2006/relationships/slide" Target="/ppt/slides/slide3.xml" Id="Read330b2e44849e9" /><Relationship Type="http://schemas.openxmlformats.org/officeDocument/2006/relationships/slide" Target="/ppt/slides/slide4.xml" Id="Rfe48eed0cf6e4d28" /><Relationship Type="http://schemas.openxmlformats.org/officeDocument/2006/relationships/slide" Target="/ppt/slides/slide5.xml" Id="R31306ef0496f4c9d" /><Relationship Type="http://schemas.openxmlformats.org/officeDocument/2006/relationships/slide" Target="/ppt/slides/slide6.xml" Id="Ra3df8c2317ea4784" /><Relationship Type="http://schemas.openxmlformats.org/officeDocument/2006/relationships/slide" Target="/ppt/slides/slide7.xml" Id="R1e752ff0a0eb45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633c20047c44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691791e25f4989" /><Relationship Type="http://schemas.openxmlformats.org/officeDocument/2006/relationships/notesMaster" Target="/ppt/notesMasters/notesMaster1.xml" Id="Rc1437cfc5f2048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125b41438d443e" /><Relationship Type="http://schemas.openxmlformats.org/officeDocument/2006/relationships/notesMaster" Target="/ppt/notesMasters/notesMaster1.xml" Id="R50dbb7d15a9346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4a9a3dba6142b7" /><Relationship Type="http://schemas.openxmlformats.org/officeDocument/2006/relationships/notesMaster" Target="/ppt/notesMasters/notesMaster1.xml" Id="R793ccbf2caf44d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a52a0ec9d749d2" /><Relationship Type="http://schemas.openxmlformats.org/officeDocument/2006/relationships/notesMaster" Target="/ppt/notesMasters/notesMaster1.xml" Id="Rf76ca8542bc546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43a69856a44c72" /><Relationship Type="http://schemas.openxmlformats.org/officeDocument/2006/relationships/notesMaster" Target="/ppt/notesMasters/notesMaster1.xml" Id="Rac294afad94446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f3a4a86f9d460b" /><Relationship Type="http://schemas.openxmlformats.org/officeDocument/2006/relationships/notesMaster" Target="/ppt/notesMasters/notesMaster1.xml" Id="R2c1beb67b30641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8e5513bc134c7a" /><Relationship Type="http://schemas.openxmlformats.org/officeDocument/2006/relationships/notesMaster" Target="/ppt/notesMasters/notesMaster1.xml" Id="R80a39ccb718143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5e2d3cd4d42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81a97487ab45ba" /><Relationship Type="http://schemas.openxmlformats.org/officeDocument/2006/relationships/slideLayout" Target="/ppt/slideLayouts/slideLayout1.xml" Id="R9a950ee06e5d4f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950ee06e5d4f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c883222094ce7" /><Relationship Type="http://schemas.openxmlformats.org/officeDocument/2006/relationships/notesSlide" Target="/ppt/notesSlides/notesSlide1.xml" Id="Rb7d328523ff649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1c10a00ec4ff7" /><Relationship Type="http://schemas.openxmlformats.org/officeDocument/2006/relationships/notesSlide" Target="/ppt/notesSlides/notesSlide2.xml" Id="R8d4124cdfde74f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4a369edbc4a20" /><Relationship Type="http://schemas.openxmlformats.org/officeDocument/2006/relationships/notesSlide" Target="/ppt/notesSlides/notesSlide3.xml" Id="Ra49a2a7170ec4b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a0dbd583542ad" /><Relationship Type="http://schemas.openxmlformats.org/officeDocument/2006/relationships/notesSlide" Target="/ppt/notesSlides/notesSlide4.xml" Id="Rd46efa7dddc84d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0df8ce67d43ee" /><Relationship Type="http://schemas.openxmlformats.org/officeDocument/2006/relationships/notesSlide" Target="/ppt/notesSlides/notesSlide5.xml" Id="Rcd11634bbbf548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fd9d7791d4bba" /><Relationship Type="http://schemas.openxmlformats.org/officeDocument/2006/relationships/notesSlide" Target="/ppt/notesSlides/notesSlide6.xml" Id="Rd69d24c1ab3a40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3f4c8816542e2" /><Relationship Type="http://schemas.openxmlformats.org/officeDocument/2006/relationships/notesSlide" Target="/ppt/notesSlides/notesSlide7.xml" Id="Rac1e8973f56244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50EDD-5D63-47FC-AEBF-CF27A4C5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2CBF2-D8EE-4D1B-AEB8-973BE3DC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01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7B965-5EEB-4884-9C34-EB59BC18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8E19F-5A13-484D-8B35-AAC46FBF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8839200" cy="752475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C9BF4-70FE-4E13-B031-10D45AF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8610600" cy="7296150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9525">
            <a:solidFill>
              <a:srgbClr val="C59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2C860-4087-4F05-8B19-A3101016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6855"/>
                </a:solidFill>
              </a:defRPr>
            </a:pPr>
            <a:r>
              <a:rPr sz="1275" b="1">
                <a:solidFill>
                  <a:srgbClr val="D76855"/>
                </a:solidFill>
              </a:rPr>
              <a:t>PEOPLE SYSTEMS FOR FOUNDERS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39B48-E824-41D5-8D91-039BC01C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231E"/>
                </a:solidFill>
              </a:defRPr>
            </a:pPr>
            <a:r>
              <a:rPr sz="4800" b="1">
                <a:solidFill>
                  <a:srgbClr val="17231E"/>
                </a:solidFill>
              </a:rPr>
              <a:t>A 10-minute people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731B3-ADF4-4B19-A00B-7A066B3A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742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5D4B"/>
                </a:solidFill>
              </a:defRPr>
            </a:pPr>
            <a:r>
              <a:rPr sz="3075" b="1">
                <a:solidFill>
                  <a:srgbClr val="0B5D4B"/>
                </a:solidFill>
              </a:rPr>
              <a:t>for founders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F5824-5564-47D6-9658-B067ED3C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3900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CD55F-6E47-4974-91EA-F7BE9BBD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5438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736B"/>
                </a:solidFill>
              </a:defRPr>
            </a:pPr>
            <a:r>
              <a:rPr sz="1500" b="0">
                <a:solidFill>
                  <a:srgbClr val="67736B"/>
                </a:solidFill>
              </a:rPr>
              <a:t>Built from four startup people functions</a:t>
            </a:r>
          </a:p>
        </p:txBody>
      </p:sp>
    </p:spTree>
    <p:extLst>
      <p:ext uri="{BB962C8B-B14F-4D97-AF65-F5344CB8AC3E}">
        <p14:creationId xmlns:p14="http://schemas.microsoft.com/office/powerpoint/2010/main" val="1916044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8B360-2CEF-4A68-B03F-BB725CE5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14131-0B94-411D-A76D-440A4FF7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02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8FF49-8CEC-4958-B32A-880D4F3F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4A75D-0BC1-41A1-B932-75CF7938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HIRING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2C08F-2F5C-47E2-B224-0B686836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Can you explain why every open role exists now?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C1267-52F5-4D0E-8226-9F32B454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154DD-2EFA-4B5A-A9C3-E6091A80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If the business case is unclear, the job description will be unclear too.</a:t>
            </a:r>
          </a:p>
        </p:txBody>
      </p:sp>
    </p:spTree>
    <p:extLst>
      <p:ext uri="{BB962C8B-B14F-4D97-AF65-F5344CB8AC3E}">
        <p14:creationId xmlns:p14="http://schemas.microsoft.com/office/powerpoint/2010/main" val="20095213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855A2-D426-428A-A406-C4CBAD29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6EB3D-C98A-4559-86AE-A96502C4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03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75C5D-8CD9-4D3B-8A4C-2EEFCD4E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B434A-D1EA-4229-B494-D37A4204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ONBOARDING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B3BEC-85FB-489F-89C1-DD5A8BA3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Does every new hire know who owns their first 30 days?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431AD-6F19-4579-9BB1-29D07E0A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10393-8D97-44DB-8E3E-E9491175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Shared responsibility often becomes no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864356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2B035-DA54-4CB6-B194-DF9DE787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DF06F-B010-448E-BD68-3AF9FF1A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04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85B3B-7097-426A-9A93-53FA689B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90A63-2068-4FDB-ACDD-6B84F31F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D4687-BEC9-47F8-AD0C-3B7F9B9C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Can a struggling employee describe what good looks like?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34619-5067-4460-A1E6-EB66B343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C0F10-06CB-48AB-B837-57B0ACBE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A warning without a clear standard is only frustration in writing.</a:t>
            </a:r>
          </a:p>
        </p:txBody>
      </p:sp>
    </p:spTree>
    <p:extLst>
      <p:ext uri="{BB962C8B-B14F-4D97-AF65-F5344CB8AC3E}">
        <p14:creationId xmlns:p14="http://schemas.microsoft.com/office/powerpoint/2010/main" val="677213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02CD0-CC1E-49F7-BEEC-7EE8C0F6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EF669-56E4-4549-86FA-CD6CDAFA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05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7B67C-D8A5-488F-AA3C-77D86E35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E95C1-E7EC-4BB7-970B-279292D1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RETENTION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2CEEF-DD24-4747-89EE-B24D9273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Do you know who is at risk before resignation day?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35408-1D42-493A-B900-0FCB8932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E0108-9765-475D-BBA8-F50AB39A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The exit interview is too late to begin listening.</a:t>
            </a:r>
          </a:p>
        </p:txBody>
      </p:sp>
    </p:spTree>
    <p:extLst>
      <p:ext uri="{BB962C8B-B14F-4D97-AF65-F5344CB8AC3E}">
        <p14:creationId xmlns:p14="http://schemas.microsoft.com/office/powerpoint/2010/main" val="1629450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9DA89-0E02-44B1-82D7-FB05F378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25F07-E8F1-4605-9D65-51427A08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06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632C4-020E-4B3A-9A25-6F1818CC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DBF05-3F96-4D01-B92F-C81F403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POLICY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D0D13-CBCF-4A08-A61B-43E228B4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Can two managers give the same answer?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9B66D-A2C4-4B50-828E-1906509B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286B6-B868-4DD2-9BFF-46527611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Leave, attendance, payroll, and flexibility cannot depend on who gets asked.</a:t>
            </a:r>
          </a:p>
        </p:txBody>
      </p:sp>
    </p:spTree>
    <p:extLst>
      <p:ext uri="{BB962C8B-B14F-4D97-AF65-F5344CB8AC3E}">
        <p14:creationId xmlns:p14="http://schemas.microsoft.com/office/powerpoint/2010/main" val="6777676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D8799-3ADF-490B-B3BD-3C9D3665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3816C-3C20-4730-97C9-7FCBE1D8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07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5BB30-CF21-4DA2-8DE0-49F8FEA1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51D68-FE87-483C-B831-18BFA4BA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84582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75" b="1">
                <a:solidFill>
                  <a:srgbClr val="F4EFE5"/>
                </a:solidFill>
              </a:defRPr>
            </a:pPr>
            <a:r>
              <a:rPr sz="4575" b="1">
                <a:solidFill>
                  <a:srgbClr val="F4EFE5"/>
                </a:solidFill>
              </a:rPr>
              <a:t>If three answers made you pause, your risk is already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8BF19-64D2-4D02-A5F8-701B1A3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48375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2E521-7756-47BC-A40C-333BC51B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294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AE2D3"/>
                </a:solidFill>
              </a:defRPr>
            </a:pPr>
            <a:r>
              <a:rPr sz="2325" b="1">
                <a:solidFill>
                  <a:srgbClr val="EAE2D3"/>
                </a:solidFill>
              </a:rPr>
              <a:t>DM me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9E0ED-A801-45BA-9365-DED619A7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4201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0BB"/>
                </a:solidFill>
              </a:defRPr>
            </a:pPr>
            <a:r>
              <a:rPr sz="1350" b="0">
                <a:solidFill>
                  <a:srgbClr val="B9C0BB"/>
                </a:solidFill>
              </a:rPr>
              <a:t>People &amp; Culture | Startup workforce decisions</a:t>
            </a:r>
          </a:p>
        </p:txBody>
      </p:sp>
    </p:spTree>
    <p:extLst>
      <p:ext uri="{BB962C8B-B14F-4D97-AF65-F5344CB8AC3E}">
        <p14:creationId xmlns:p14="http://schemas.microsoft.com/office/powerpoint/2010/main" val="2099196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2026-08-31T11:41:48.5220000Z</dcterms:created>
  <dcterms:modified xsi:type="dcterms:W3CDTF">2026-08-31T11:41:48.5220000Z</dcterms:modified>
</coreProperties>
</file>