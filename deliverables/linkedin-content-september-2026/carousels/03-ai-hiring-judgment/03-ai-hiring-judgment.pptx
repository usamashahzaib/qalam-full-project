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4b30c52f974dff" /><Relationship Type="http://schemas.openxmlformats.org/officeDocument/2006/relationships/extended-properties" Target="/docProps/app.xml" Id="Rfc86aef25a354927" /><Relationship Type="http://schemas.openxmlformats.org/officeDocument/2006/relationships/officeDocument" Target="/ppt/presentation.xml" Id="Rd973aad07bf348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71fb5bb2d4775"/>
  </p:sldMasterIdLst>
  <p:notesMasterIdLst>
    <p:notesMasterId xmlns:r="http://schemas.openxmlformats.org/officeDocument/2006/relationships" r:id="R4667fb3a95b64d05"/>
  </p:notesMasterIdLst>
  <p:sldIdLst>
    <p:sldId xmlns:r="http://schemas.openxmlformats.org/officeDocument/2006/relationships" id="256" r:id="R7fc61a87eb3c4f10"/>
    <p:sldId xmlns:r="http://schemas.openxmlformats.org/officeDocument/2006/relationships" id="257" r:id="Rd05df375fc4d4896"/>
    <p:sldId xmlns:r="http://schemas.openxmlformats.org/officeDocument/2006/relationships" id="258" r:id="R849e2fa42cf34686"/>
    <p:sldId xmlns:r="http://schemas.openxmlformats.org/officeDocument/2006/relationships" id="259" r:id="R40cc0a3840ec4a29"/>
    <p:sldId xmlns:r="http://schemas.openxmlformats.org/officeDocument/2006/relationships" id="260" r:id="Rb68279cfd64a41d0"/>
    <p:sldId xmlns:r="http://schemas.openxmlformats.org/officeDocument/2006/relationships" id="261" r:id="R91514de6e6cd4df0"/>
    <p:sldId xmlns:r="http://schemas.openxmlformats.org/officeDocument/2006/relationships" id="262" r:id="R661d6e0337aa47d1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0177a2c06d4d74" /><Relationship Type="http://schemas.openxmlformats.org/officeDocument/2006/relationships/slideMaster" Target="/ppt/slideMasters/slideMaster1.xml" Id="R49e71fb5bb2d4775" /><Relationship Type="http://schemas.openxmlformats.org/officeDocument/2006/relationships/notesMaster" Target="/ppt/notesMasters/notesMaster1.xml" Id="R4667fb3a95b64d05" /><Relationship Type="http://schemas.openxmlformats.org/officeDocument/2006/relationships/presProps" Target="/ppt/presProps.xml" Id="R63f29264decc41e1" /><Relationship Type="http://schemas.openxmlformats.org/officeDocument/2006/relationships/tableStyles" Target="/ppt/tableStyles.xml" Id="Raeae56caeebb42ee" /><Relationship Type="http://schemas.openxmlformats.org/officeDocument/2006/relationships/slide" Target="/ppt/slides/slide1.xml" Id="R7fc61a87eb3c4f10" /><Relationship Type="http://schemas.openxmlformats.org/officeDocument/2006/relationships/slide" Target="/ppt/slides/slide2.xml" Id="Rd05df375fc4d4896" /><Relationship Type="http://schemas.openxmlformats.org/officeDocument/2006/relationships/slide" Target="/ppt/slides/slide3.xml" Id="R849e2fa42cf34686" /><Relationship Type="http://schemas.openxmlformats.org/officeDocument/2006/relationships/slide" Target="/ppt/slides/slide4.xml" Id="R40cc0a3840ec4a29" /><Relationship Type="http://schemas.openxmlformats.org/officeDocument/2006/relationships/slide" Target="/ppt/slides/slide5.xml" Id="Rb68279cfd64a41d0" /><Relationship Type="http://schemas.openxmlformats.org/officeDocument/2006/relationships/slide" Target="/ppt/slides/slide6.xml" Id="R91514de6e6cd4df0" /><Relationship Type="http://schemas.openxmlformats.org/officeDocument/2006/relationships/slide" Target="/ppt/slides/slide7.xml" Id="R661d6e0337aa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0e22355fde4d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13f36ad3e84575" /><Relationship Type="http://schemas.openxmlformats.org/officeDocument/2006/relationships/notesMaster" Target="/ppt/notesMasters/notesMaster1.xml" Id="Rafbdf4e78d654b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13ac45f0af498e" /><Relationship Type="http://schemas.openxmlformats.org/officeDocument/2006/relationships/notesMaster" Target="/ppt/notesMasters/notesMaster1.xml" Id="Rdc9c16c10d0446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81caa3e3ef4ef1" /><Relationship Type="http://schemas.openxmlformats.org/officeDocument/2006/relationships/notesMaster" Target="/ppt/notesMasters/notesMaster1.xml" Id="R757e7c7553c948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a5fb15617b4640" /><Relationship Type="http://schemas.openxmlformats.org/officeDocument/2006/relationships/notesMaster" Target="/ppt/notesMasters/notesMaster1.xml" Id="Rf5f920bc7c7244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03adc058184c7f" /><Relationship Type="http://schemas.openxmlformats.org/officeDocument/2006/relationships/notesMaster" Target="/ppt/notesMasters/notesMaster1.xml" Id="R20b8687c69dd4a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bf093956e74693" /><Relationship Type="http://schemas.openxmlformats.org/officeDocument/2006/relationships/notesMaster" Target="/ppt/notesMasters/notesMaster1.xml" Id="R1f9fc0776be641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099f9a88574204" /><Relationship Type="http://schemas.openxmlformats.org/officeDocument/2006/relationships/notesMaster" Target="/ppt/notesMasters/notesMaster1.xml" Id="Rb6831a73176248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8d518da6848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5febf3b15646a0" /><Relationship Type="http://schemas.openxmlformats.org/officeDocument/2006/relationships/slideLayout" Target="/ppt/slideLayouts/slideLayout1.xml" Id="Rb3339d97b5334f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339d97b5334f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d75613b4642cc" /><Relationship Type="http://schemas.openxmlformats.org/officeDocument/2006/relationships/notesSlide" Target="/ppt/notesSlides/notesSlide1.xml" Id="Re7dc7bbb666641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cc5d1c4cc43e0" /><Relationship Type="http://schemas.openxmlformats.org/officeDocument/2006/relationships/notesSlide" Target="/ppt/notesSlides/notesSlide2.xml" Id="R146b31673b6e4d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4df3916aa4b9f" /><Relationship Type="http://schemas.openxmlformats.org/officeDocument/2006/relationships/notesSlide" Target="/ppt/notesSlides/notesSlide3.xml" Id="Ra4212151f7be42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1c17143394d00" /><Relationship Type="http://schemas.openxmlformats.org/officeDocument/2006/relationships/notesSlide" Target="/ppt/notesSlides/notesSlide4.xml" Id="R43febdc8a41740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661cd8b6d45c8" /><Relationship Type="http://schemas.openxmlformats.org/officeDocument/2006/relationships/notesSlide" Target="/ppt/notesSlides/notesSlide5.xml" Id="R5a1f980ce12246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51f866c074bf8" /><Relationship Type="http://schemas.openxmlformats.org/officeDocument/2006/relationships/notesSlide" Target="/ppt/notesSlides/notesSlide6.xml" Id="Rf83d5af783264c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791ac8b0b4652" /><Relationship Type="http://schemas.openxmlformats.org/officeDocument/2006/relationships/notesSlide" Target="/ppt/notesSlides/notesSlide7.xml" Id="R8b0b7a1cf58b42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D072E-F03F-4762-A3D8-E157EF5E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4B381-D4F0-4DA1-898B-6E601938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1F3BD-1B52-46B7-B45E-8846DA98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516AA-6579-464F-BA8E-A79BBAEB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8839200" cy="75247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EF811-6649-4BED-A07D-8C727FAA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8610600" cy="729615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C59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A1E25-557C-451E-9834-2A1C906B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855"/>
                </a:solidFill>
              </a:defRPr>
            </a:pPr>
            <a:r>
              <a:rPr sz="1275" b="1">
                <a:solidFill>
                  <a:srgbClr val="D76855"/>
                </a:solidFill>
              </a:rPr>
              <a:t>PEOPLE SYSTEMS FOR FOUNDERS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447D4-38F0-40FE-BD7A-A4601EA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231E"/>
                </a:solidFill>
              </a:defRPr>
            </a:pPr>
            <a:r>
              <a:rPr sz="4800" b="1">
                <a:solidFill>
                  <a:srgbClr val="17231E"/>
                </a:solidFill>
              </a:rPr>
              <a:t>AI cut our time-to-hire by 30%.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A63CD-6438-4BA1-94D6-A311A61B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742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5D4B"/>
                </a:solidFill>
              </a:defRPr>
            </a:pPr>
            <a:r>
              <a:rPr sz="3075" b="1">
                <a:solidFill>
                  <a:srgbClr val="0B5D4B"/>
                </a:solidFill>
              </a:rPr>
              <a:t>Here is where I did not let it decide.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97FA8-7DFA-47C6-9737-580F17A7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390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31C54-A936-4BDB-8E58-2AF4E336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43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36B"/>
                </a:solidFill>
              </a:defRPr>
            </a:pPr>
            <a:r>
              <a:rPr sz="1500" b="0">
                <a:solidFill>
                  <a:srgbClr val="67736B"/>
                </a:solidFill>
              </a:rPr>
              <a:t>Built from four startup people functions</a:t>
            </a:r>
          </a:p>
        </p:txBody>
      </p:sp>
    </p:spTree>
    <p:extLst>
      <p:ext uri="{BB962C8B-B14F-4D97-AF65-F5344CB8AC3E}">
        <p14:creationId xmlns:p14="http://schemas.microsoft.com/office/powerpoint/2010/main" val="1125839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B1FFE-8F30-475D-803F-6FBE3BE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0D7B6-CD48-458E-B880-8A600B74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DC061-4D34-4B8C-B76C-4EC4BF5D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FC8CB-4615-439A-900C-0A0B968C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USE AI 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2DA72-DFD8-48CD-933F-A7042ECD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The work that slows people 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13539-1E45-41AE-B886-6E710529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C37D2-0247-4275-A90C-BDC300E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Organize applications. Surface role evidence. Flag missing information. Structure the shortlist.</a:t>
            </a:r>
          </a:p>
        </p:txBody>
      </p:sp>
    </p:spTree>
    <p:extLst>
      <p:ext uri="{BB962C8B-B14F-4D97-AF65-F5344CB8AC3E}">
        <p14:creationId xmlns:p14="http://schemas.microsoft.com/office/powerpoint/2010/main" val="1276974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AAEEB-F373-4ABB-881B-AD1672B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86244-8FDB-44E8-B655-A049CA26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D39A6-073E-488A-8F99-1437D22C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81A3D-4C94-450D-A4D1-96437BFC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KEEP HUMAN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A0C6B-FE39-45B8-99BA-20214663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The judgment that changes a life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82F41-F3C6-44E8-AEFA-A100024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1C030-C4E5-46D1-8F82-6483E4A5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Context, motivation, potential, career gaps, and the final decision need an accountable person.</a:t>
            </a:r>
          </a:p>
        </p:txBody>
      </p:sp>
    </p:spTree>
    <p:extLst>
      <p:ext uri="{BB962C8B-B14F-4D97-AF65-F5344CB8AC3E}">
        <p14:creationId xmlns:p14="http://schemas.microsoft.com/office/powerpoint/2010/main" val="1081103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A085E-C090-41DD-B951-D9AE1D03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6CC81-F5EB-4505-B4A6-CF942091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2F468-38B4-4CA5-BE48-A35FE4B8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CD86E-BFF8-4C1E-AE29-29410022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DO NOT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1C2CF-27A7-42FE-9351-97BA39A0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Turn a score into a 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E6C70-8E48-4DEF-A93E-084B00CC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F7C3A-3116-4675-8B0F-688457E6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A clean number can still hide weak criteria, missing context, or a biased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22843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D7521-4A79-4010-B65C-6AF9E78C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BBD3A-B92C-4E51-853A-3102CFF8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89FB6-5DD5-4BFF-804A-DF286BDE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7B8AD-5596-4107-B077-31ADEDA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293CF-DB20-4D58-B4E6-77993F8E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Make the criteria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23B5D-F968-4F52-ABEF-97186246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96B2C-766A-417B-9329-759AF51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Decide what evidence matters before screening begins. Apply it consistently. Record why the decision was made.</a:t>
            </a:r>
          </a:p>
        </p:txBody>
      </p:sp>
    </p:spTree>
    <p:extLst>
      <p:ext uri="{BB962C8B-B14F-4D97-AF65-F5344CB8AC3E}">
        <p14:creationId xmlns:p14="http://schemas.microsoft.com/office/powerpoint/2010/main" val="838174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D1B29-BF28-448D-A707-45CA11A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7B306-8D62-40CE-BBC6-8F374203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04191-04A5-4201-AEFA-14E0734C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8E861-C0A5-4607-A143-9ACC502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THE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71EF9-C46E-49E5-BE6F-FEBBA99D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Can you explain the rejection without blaming the tool?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635FB-7F6F-46FB-B51A-FC9F1F3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AA92C-0DA1-4BAA-8570-F70C4CF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If not, the process is not ready for automation.</a:t>
            </a:r>
          </a:p>
        </p:txBody>
      </p:sp>
    </p:spTree>
    <p:extLst>
      <p:ext uri="{BB962C8B-B14F-4D97-AF65-F5344CB8AC3E}">
        <p14:creationId xmlns:p14="http://schemas.microsoft.com/office/powerpoint/2010/main" val="1357423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CCA7F-1F99-4CF2-93E1-88CD367B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E962D-5800-4910-9BC7-468B62F5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07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791F8-1B56-40AA-9B25-471E346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F9717-133C-4C86-98D7-1BF383EC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45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75" b="1">
                <a:solidFill>
                  <a:srgbClr val="F4EFE5"/>
                </a:solidFill>
              </a:defRPr>
            </a:pPr>
            <a:r>
              <a:rPr sz="4575" b="1">
                <a:solidFill>
                  <a:srgbClr val="F4EFE5"/>
                </a:solidFill>
              </a:rPr>
              <a:t>Use AI to reduce waiting.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6F2F0-3227-418B-AE49-828533C6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48375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87A7C-0C86-43EE-BD66-AD78B01A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294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AE2D3"/>
                </a:solidFill>
              </a:defRPr>
            </a:pPr>
            <a:r>
              <a:rPr sz="2325" b="1">
                <a:solidFill>
                  <a:srgbClr val="EAE2D3"/>
                </a:solidFill>
              </a:rPr>
              <a:t>Keep judgment accountable.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4489E-48E8-4328-81EB-AF2B8B23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4201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0BB"/>
                </a:solidFill>
              </a:defRPr>
            </a:pPr>
            <a:r>
              <a:rPr sz="1350" b="0">
                <a:solidFill>
                  <a:srgbClr val="B9C0BB"/>
                </a:solidFill>
              </a:rPr>
              <a:t>People &amp; Culture | Startup workforce decisions</a:t>
            </a:r>
          </a:p>
        </p:txBody>
      </p:sp>
    </p:spTree>
    <p:extLst>
      <p:ext uri="{BB962C8B-B14F-4D97-AF65-F5344CB8AC3E}">
        <p14:creationId xmlns:p14="http://schemas.microsoft.com/office/powerpoint/2010/main" val="982003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2026-08-31T11:41:49.9450000Z</dcterms:created>
  <dcterms:modified xsi:type="dcterms:W3CDTF">2026-08-31T11:41:49.9450000Z</dcterms:modified>
</coreProperties>
</file>