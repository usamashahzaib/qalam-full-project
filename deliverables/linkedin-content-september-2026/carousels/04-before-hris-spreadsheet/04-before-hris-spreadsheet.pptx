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dbe2119a0848fa" /><Relationship Type="http://schemas.openxmlformats.org/officeDocument/2006/relationships/extended-properties" Target="/docProps/app.xml" Id="Reb2815ba60464b13" /><Relationship Type="http://schemas.openxmlformats.org/officeDocument/2006/relationships/officeDocument" Target="/ppt/presentation.xml" Id="R975ad5b0a31b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34d1e73acd487f"/>
  </p:sldMasterIdLst>
  <p:notesMasterIdLst>
    <p:notesMasterId xmlns:r="http://schemas.openxmlformats.org/officeDocument/2006/relationships" r:id="R518bd990838d4d38"/>
  </p:notesMasterIdLst>
  <p:sldIdLst>
    <p:sldId xmlns:r="http://schemas.openxmlformats.org/officeDocument/2006/relationships" id="256" r:id="Re24436ffda8b491a"/>
    <p:sldId xmlns:r="http://schemas.openxmlformats.org/officeDocument/2006/relationships" id="257" r:id="Rc8bd737f46644077"/>
    <p:sldId xmlns:r="http://schemas.openxmlformats.org/officeDocument/2006/relationships" id="258" r:id="Rb511db702df54fec"/>
    <p:sldId xmlns:r="http://schemas.openxmlformats.org/officeDocument/2006/relationships" id="259" r:id="R47383a926c1a4731"/>
    <p:sldId xmlns:r="http://schemas.openxmlformats.org/officeDocument/2006/relationships" id="260" r:id="Rb0d413bd1f2749b9"/>
    <p:sldId xmlns:r="http://schemas.openxmlformats.org/officeDocument/2006/relationships" id="261" r:id="R3896671e11964fb7"/>
    <p:sldId xmlns:r="http://schemas.openxmlformats.org/officeDocument/2006/relationships" id="262" r:id="R1938d4e947a6445a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445651690e4f51" /><Relationship Type="http://schemas.openxmlformats.org/officeDocument/2006/relationships/slideMaster" Target="/ppt/slideMasters/slideMaster1.xml" Id="Rcc34d1e73acd487f" /><Relationship Type="http://schemas.openxmlformats.org/officeDocument/2006/relationships/notesMaster" Target="/ppt/notesMasters/notesMaster1.xml" Id="R518bd990838d4d38" /><Relationship Type="http://schemas.openxmlformats.org/officeDocument/2006/relationships/presProps" Target="/ppt/presProps.xml" Id="R29de399d212a4266" /><Relationship Type="http://schemas.openxmlformats.org/officeDocument/2006/relationships/tableStyles" Target="/ppt/tableStyles.xml" Id="Ra926d595b3c44677" /><Relationship Type="http://schemas.openxmlformats.org/officeDocument/2006/relationships/slide" Target="/ppt/slides/slide1.xml" Id="Re24436ffda8b491a" /><Relationship Type="http://schemas.openxmlformats.org/officeDocument/2006/relationships/slide" Target="/ppt/slides/slide2.xml" Id="Rc8bd737f46644077" /><Relationship Type="http://schemas.openxmlformats.org/officeDocument/2006/relationships/slide" Target="/ppt/slides/slide3.xml" Id="Rb511db702df54fec" /><Relationship Type="http://schemas.openxmlformats.org/officeDocument/2006/relationships/slide" Target="/ppt/slides/slide4.xml" Id="R47383a926c1a4731" /><Relationship Type="http://schemas.openxmlformats.org/officeDocument/2006/relationships/slide" Target="/ppt/slides/slide5.xml" Id="Rb0d413bd1f2749b9" /><Relationship Type="http://schemas.openxmlformats.org/officeDocument/2006/relationships/slide" Target="/ppt/slides/slide6.xml" Id="R3896671e11964fb7" /><Relationship Type="http://schemas.openxmlformats.org/officeDocument/2006/relationships/slide" Target="/ppt/slides/slide7.xml" Id="R1938d4e947a644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094bb79d843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984abd4b82478a" /><Relationship Type="http://schemas.openxmlformats.org/officeDocument/2006/relationships/notesMaster" Target="/ppt/notesMasters/notesMaster1.xml" Id="R3687f51fc365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633941d360423c" /><Relationship Type="http://schemas.openxmlformats.org/officeDocument/2006/relationships/notesMaster" Target="/ppt/notesMasters/notesMaster1.xml" Id="Rae768ea4886b4d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61993adbe4c8e" /><Relationship Type="http://schemas.openxmlformats.org/officeDocument/2006/relationships/notesMaster" Target="/ppt/notesMasters/notesMaster1.xml" Id="Rea1085a8bc8f4e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ba4e19652425e" /><Relationship Type="http://schemas.openxmlformats.org/officeDocument/2006/relationships/notesMaster" Target="/ppt/notesMasters/notesMaster1.xml" Id="Rb49ef75a415f46c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d42c6e90de4978" /><Relationship Type="http://schemas.openxmlformats.org/officeDocument/2006/relationships/notesMaster" Target="/ppt/notesMasters/notesMaster1.xml" Id="R7b1ea333e61942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775eba0c34485" /><Relationship Type="http://schemas.openxmlformats.org/officeDocument/2006/relationships/notesMaster" Target="/ppt/notesMasters/notesMaster1.xml" Id="R82dc5b0f2b9246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4a10f23eee4a8d" /><Relationship Type="http://schemas.openxmlformats.org/officeDocument/2006/relationships/notesMaster" Target="/ppt/notesMasters/notesMaster1.xml" Id="Re5c5baa772434d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e86405189643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65cc21f4cc424f" /><Relationship Type="http://schemas.openxmlformats.org/officeDocument/2006/relationships/slideLayout" Target="/ppt/slideLayouts/slideLayout1.xml" Id="R5b93340a2dcc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3340a2dcc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5cb47b264492b" /><Relationship Type="http://schemas.openxmlformats.org/officeDocument/2006/relationships/notesSlide" Target="/ppt/notesSlides/notesSlide1.xml" Id="R760f646d435340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301bcada94c09" /><Relationship Type="http://schemas.openxmlformats.org/officeDocument/2006/relationships/notesSlide" Target="/ppt/notesSlides/notesSlide2.xml" Id="R77e553496478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d9072f9ab4dd8" /><Relationship Type="http://schemas.openxmlformats.org/officeDocument/2006/relationships/notesSlide" Target="/ppt/notesSlides/notesSlide3.xml" Id="Rf7ccf858f02e4a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c44497c1f4152" /><Relationship Type="http://schemas.openxmlformats.org/officeDocument/2006/relationships/notesSlide" Target="/ppt/notesSlides/notesSlide4.xml" Id="R5fb420a3e620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67bd8d7974d3b" /><Relationship Type="http://schemas.openxmlformats.org/officeDocument/2006/relationships/notesSlide" Target="/ppt/notesSlides/notesSlide5.xml" Id="Rb87eaa7992c442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2862f205d4fac" /><Relationship Type="http://schemas.openxmlformats.org/officeDocument/2006/relationships/notesSlide" Target="/ppt/notesSlides/notesSlide6.xml" Id="R041cb8520dea4f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e16005ff64b2c" /><Relationship Type="http://schemas.openxmlformats.org/officeDocument/2006/relationships/notesSlide" Target="/ppt/notesSlides/notesSlide7.xml" Id="R11785f4ef80240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CB530-4035-48B6-98A9-E616D54A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BC532-AD78-4102-B11B-05BD002E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11A7E-4027-40CE-8387-AD3111FD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D5167-7DC6-432E-845B-8DF02A0A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44B7F-9798-4BD6-ADFC-7AFBFBE0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30D63-B2A9-4F76-8C13-5FDB410F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CC5EA0-E364-4CE7-B19D-DA77E249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Before you buy an HRIS,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12C77-02DB-484E-BF16-FCBE6E2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open a spreadsheet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FF000-5FE2-4427-914D-FF5F52B9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719EC-99C9-47D0-9F02-A93BA9D9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684226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572FD-38DD-4AC5-B0CB-50F926828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15913-9300-4D10-AAE8-5D75AECE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4B155-DD04-4ED3-AC2B-A9585BBA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39AB0-0A49-4484-A8FC-B769ACE5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76855"/>
                </a:solidFill>
              </a:defRPr>
            </a:pPr>
            <a:r>
              <a:rPr sz="1350" b="1">
                <a:solidFill>
                  <a:srgbClr val="D76855"/>
                </a:solidFill>
              </a:rPr>
              <a:t>FIRST PRINCIPLE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70F83-19F4-43FA-B62E-9CC6E623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A tool cannot repair an undefined 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94682-87EE-494A-9F9A-EFDF507F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B0659-6BFB-4AD6-9B56-E697B8F3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It only gives the confusion a cleaner interface.</a:t>
            </a:r>
          </a:p>
        </p:txBody>
      </p:sp>
    </p:spTree>
    <p:extLst>
      <p:ext uri="{BB962C8B-B14F-4D97-AF65-F5344CB8AC3E}">
        <p14:creationId xmlns:p14="http://schemas.microsoft.com/office/powerpoint/2010/main" val="179070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A1AF6-2BF5-4D66-AA49-44B15BA3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D77D7-A303-4FC1-83C5-BD63FC69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90001-5CD8-4459-B259-11054939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1C129-64BD-4DF6-A611-E934405B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Start with the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90D036-AA5D-41D5-B43B-DF9D2FC8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D4BAF-FB19-49B3-8D26-E407745B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What will leadership do differently after seeing this information?</a:t>
            </a:r>
          </a:p>
        </p:txBody>
      </p:sp>
    </p:spTree>
    <p:extLst>
      <p:ext uri="{BB962C8B-B14F-4D97-AF65-F5344CB8AC3E}">
        <p14:creationId xmlns:p14="http://schemas.microsoft.com/office/powerpoint/2010/main" val="1355821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A1353-D8B5-40B2-B481-F9B60B84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0A4A5-F6C3-4B90-BD88-38F52A65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7BDE4-618D-4A4C-82DF-5654E9D5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9B06D-2C4B-4FC4-9D5B-422F909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Track 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F8DAD-2973-4BB0-BEFB-E2C3F0D0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803A6-67F7-4C57-A8A9-F487C9EF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Headcount, open roles, hiring movement, attendance patterns, leave exposure, and early retention signals.</a:t>
            </a:r>
          </a:p>
        </p:txBody>
      </p:sp>
    </p:spTree>
    <p:extLst>
      <p:ext uri="{BB962C8B-B14F-4D97-AF65-F5344CB8AC3E}">
        <p14:creationId xmlns:p14="http://schemas.microsoft.com/office/powerpoint/2010/main" val="21032395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49FBD-2FC0-46B7-A357-B5C3F51C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1B5D2-BA1E-4A26-A671-1EFBCC98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31EC7-EA2D-4FCD-927C-FE483242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68FB7-00D1-45EF-BED6-EE5DF117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Name an owner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4B746-3119-4C67-9243-62E50F0F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6B6A6-BC5E-463B-BCB3-269FF503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Every number needs one person responsible for updating it and one rhythm for review.</a:t>
            </a:r>
          </a:p>
        </p:txBody>
      </p:sp>
    </p:spTree>
    <p:extLst>
      <p:ext uri="{BB962C8B-B14F-4D97-AF65-F5344CB8AC3E}">
        <p14:creationId xmlns:p14="http://schemas.microsoft.com/office/powerpoint/2010/main" val="17965961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D6369-7DA3-4510-925F-B9A92E51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1EFD9-44E0-4312-B921-2D0C838D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940E3-FEFF-4324-9815-1757970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1EF33-62AE-4E7D-A1FC-E7FD4C6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8382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7231E"/>
                </a:solidFill>
              </a:defRPr>
            </a:pPr>
            <a:r>
              <a:rPr sz="4575" b="1">
                <a:solidFill>
                  <a:srgbClr val="17231E"/>
                </a:solidFill>
              </a:rPr>
              <a:t>Know when to upgrade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FFFA6-D717-4CD4-8688-7979B199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7428-635E-43C3-994F-8E2CA816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8191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Move beyond the spreadsheet when access, scale, history, or compliance becomes the actual constraint.</a:t>
            </a:r>
          </a:p>
        </p:txBody>
      </p:sp>
    </p:spTree>
    <p:extLst>
      <p:ext uri="{BB962C8B-B14F-4D97-AF65-F5344CB8AC3E}">
        <p14:creationId xmlns:p14="http://schemas.microsoft.com/office/powerpoint/2010/main" val="1908118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8B24F-EA19-45BD-BF2C-68B23D44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15235-62B9-46B3-8F52-7D303D8C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0AD92-DDEC-496B-800B-F20A73C8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9BF62-A3CC-480D-AE58-C82036CC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Start cheap. Stay disciplined.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CB33C-31E6-439F-909E-AEC5EAC0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919A5-05AF-4A7B-824B-5EA1FB70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Buy complexity only when complexity earns its place.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06F85-FF50-43C8-853F-CAD73E0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784105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2026-08-31T11:41:51.0530000Z</dcterms:created>
  <dcterms:modified xsi:type="dcterms:W3CDTF">2026-08-31T11:41:51.0530000Z</dcterms:modified>
</coreProperties>
</file>